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27855-9F75-4DAC-A916-B6210CD89F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815DE-CBA6-4C9A-8FAB-A5F7434F8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3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95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30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PRESENTATION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Bridge &amp; Flyover “Heartbeat” Monitoring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Name –  The Alchemists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Members – 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1.Mucharla </a:t>
            </a:r>
            <a:r>
              <a:rPr lang="en-US" sz="1600" dirty="0">
                <a:solidFill>
                  <a:schemeClr val="bg1"/>
                </a:solidFill>
              </a:rPr>
              <a:t>Krishna Chaitanya  (CB.SC.U4CSE26138)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2.Abhiram </a:t>
            </a:r>
            <a:r>
              <a:rPr lang="en-US" sz="1600" dirty="0" err="1">
                <a:solidFill>
                  <a:schemeClr val="bg1"/>
                </a:solidFill>
              </a:rPr>
              <a:t>Rayabaram</a:t>
            </a:r>
            <a:r>
              <a:rPr lang="en-US" sz="1600" dirty="0">
                <a:solidFill>
                  <a:schemeClr val="bg1"/>
                </a:solidFill>
              </a:rPr>
              <a:t> (CB.SC.U4CSE26102)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3.Sadhu Abhinav (CB.SC.U4CSE26150)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4.Achyutha Venkata Manoj(CB.SC.U4CSE26104)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Selected Domain – </a:t>
            </a:r>
            <a:r>
              <a:rPr lang="en-US" sz="1600" dirty="0">
                <a:solidFill>
                  <a:schemeClr val="bg1"/>
                </a:solidFill>
              </a:rPr>
              <a:t>Smart Infrastructure &amp; AI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Statement – </a:t>
            </a:r>
            <a:r>
              <a:rPr lang="en-US" sz="1600" dirty="0">
                <a:solidFill>
                  <a:schemeClr val="bg1"/>
                </a:solidFill>
              </a:rPr>
              <a:t>Ageing bridges are inspected manually once a year, and collapses happen without warning.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Team Heartbeat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Ageing bridges fail without warning because we only look at them once a year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needs to be solved: </a:t>
            </a:r>
            <a:r>
              <a:rPr lang="en-US" sz="1800" dirty="0">
                <a:solidFill>
                  <a:schemeClr val="tx1"/>
                </a:solidFill>
              </a:rPr>
              <a:t>A continuous, low-cost way to detect structural weakening in bridges and flyovers before it turns into a collapse.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Today: </a:t>
            </a:r>
            <a:r>
              <a:rPr lang="en-US" sz="1800" dirty="0">
                <a:solidFill>
                  <a:schemeClr val="tx1"/>
                </a:solidFill>
              </a:rPr>
              <a:t>Inspection is manual and visual, roughly once a year. Damage that builds up between visits goes completely unseen.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Our words: </a:t>
            </a:r>
            <a:r>
              <a:rPr lang="en-US" sz="1800" dirty="0">
                <a:solidFill>
                  <a:schemeClr val="tx1"/>
                </a:solidFill>
              </a:rPr>
              <a:t>Every bridge has a “heartbeat” – its natural frequency. When the structure weakens, the heartbeat shifts. We listen to it 24x7.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now: </a:t>
            </a:r>
            <a:r>
              <a:rPr lang="en-US" sz="1800" dirty="0">
                <a:solidFill>
                  <a:schemeClr val="tx1"/>
                </a:solidFill>
              </a:rPr>
              <a:t>Many bridges are decades old, traffic loads keep growing, and heavy rain and floods speed up deterioration. Cheap sensors, solar power and LoRa now make monitoring affordable.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 users, stakeholders, beneficiaries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Primary users: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Bridge and road maintenance engineers in highway authorities, state PWDs and municipal corporations who decide when a bridge needs repair.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Directly affected: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Commuters, pedestrians, bus and freight operators who cross ageing bridges and flyovers every day.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Secondary stakeholders: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Disaster management and emergency services, railways, city planners, insurers and local businesses that depend on the route.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Who benefits: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public gets safer crossings, and authorities get early warnings, smarter maintenance budgets and fewer sudden closures.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Existing scenario, background and how things work today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Background: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large number of bridges and flyovers were built decades ago for lighter traffic and are now carrying far more load.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fact: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Inspection is periodic, so a bridge is effectively unmonitored for most of the year. Hidden damage such as rebar corrosion or foundation scour is not visible from outside.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Workflow today: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Scheduled visit  →  engineers inspect cracks, corrosion and bearings by eye  →  manual report and condition rating  →  repairs planned from the report  →  no new data until next year.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Main difficulties, bottlenecks, root causes and consequences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Difficulties: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checks are subjective and give only a snapshot. Remote or high structures are hard to access, and there are too many bridges for too few inspectors.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Bottlenecks: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continuous data on how a bridge is behaving, so engineers cannot see a slow decline.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Root causes: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Conventional structural monitoring needs cables, grid power and expensive equipment, so it is used only on a few landmark bridges.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Consequences: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Sudden collapses, loss of life, long traffic disruption and costly emergency repairs instead of cheap early fixes.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already being done, and where it falls short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Annual manual inspection: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Low-tech and widely used, but subjective, periodic and blind to hidden damage.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Wired structural health monitoring: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Accurate, but very expensive, needs power and cabling, and is limited to major bridges.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Drone and NDT surveys: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Good for spot checks on cracks and surfaces, but each survey is a one-time cost and still periodic.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gap: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affordable, wireless, solar-powered, continuous monitoring that scales to thousands of ordinary bridges and flyovers.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Resources required to solve the problem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insight: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bridge’s natural frequency depends on its stiffness. If stiffness drops from cracks or corrosion, the frequency drops, and this can be measured cheaply.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Hardware: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ESP32 microcontroller, MEMS accelerometer, strain gauge with amplifier, LoRa module, solar panel with Li-ion battery and charge controller, weatherproof enclosure, LoRaWAN gateway.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Software: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Firmware with on-device FFT, LoRaWAN network server (TTN or ChirpStack), time-series database and dashboard, Python anomaly detection (frequency baseline tracking with temperature compensation), SMS and email alerts.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 resources: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Civil or structural engineering mentor, a lab bridge model or a real bridge for testing, permission from the local authority, and our team of four covering embedded, AI, cloud and field work.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Heartbeat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Your Expected Outcome?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we will do: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a solar-powered node that senses vibration and strain, computes the natural frequency on the device, and sends small summaries over LoRaWAN.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we want to improve: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Move bridge safety from one visit a year to continuous, remote monitoring at a very low cost per bridge.</a:t>
            </a:r>
          </a:p>
          <a:p>
            <a:pPr marL="279400" marR="0" lvl="0" indent="-279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26855"/>
              </a:buClr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Successful improvement: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A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system learns each bridge’s normal frequency, flags a sustained shift, and sends an alert. We will prove it on a scaled bridge model and run the node for weeks on solar.</a:t>
            </a:r>
          </a:p>
        </p:txBody>
      </p:sp>
      <p:sp>
        <p:nvSpPr>
          <p:cNvPr id="40" name="Flow Step 1"/>
          <p:cNvSpPr/>
          <p:nvPr/>
        </p:nvSpPr>
        <p:spPr>
          <a:xfrm>
            <a:off x="868680" y="4900000"/>
            <a:ext cx="1950000" cy="8000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Sense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F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MEMS + strain</a:t>
            </a:r>
          </a:p>
        </p:txBody>
      </p:sp>
      <p:sp>
        <p:nvSpPr>
          <p:cNvPr id="41" name="Flow Step 2"/>
          <p:cNvSpPr/>
          <p:nvPr/>
        </p:nvSpPr>
        <p:spPr>
          <a:xfrm>
            <a:off x="2986680" y="4900000"/>
            <a:ext cx="1950000" cy="8000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Process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F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ESP32 FFT</a:t>
            </a:r>
          </a:p>
        </p:txBody>
      </p:sp>
      <p:sp>
        <p:nvSpPr>
          <p:cNvPr id="42" name="Flow Step 3"/>
          <p:cNvSpPr/>
          <p:nvPr/>
        </p:nvSpPr>
        <p:spPr>
          <a:xfrm>
            <a:off x="5104680" y="4900000"/>
            <a:ext cx="1950000" cy="8000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Transmit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F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LoRaWAN</a:t>
            </a:r>
          </a:p>
        </p:txBody>
      </p:sp>
      <p:sp>
        <p:nvSpPr>
          <p:cNvPr id="43" name="Flow Step 4"/>
          <p:cNvSpPr/>
          <p:nvPr/>
        </p:nvSpPr>
        <p:spPr>
          <a:xfrm>
            <a:off x="7222680" y="4900000"/>
            <a:ext cx="1950000" cy="8000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Analyse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F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anomaly</a:t>
            </a:r>
          </a:p>
        </p:txBody>
      </p:sp>
      <p:sp>
        <p:nvSpPr>
          <p:cNvPr id="44" name="Flow Step 5"/>
          <p:cNvSpPr/>
          <p:nvPr/>
        </p:nvSpPr>
        <p:spPr>
          <a:xfrm>
            <a:off x="9340680" y="4900000"/>
            <a:ext cx="1950000" cy="8000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5. Alert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F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SMS / email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972</Words>
  <Application>Microsoft Office PowerPoint</Application>
  <PresentationFormat>Widescreen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Achyutha Venkata Manoj</dc:creator>
  <cp:lastModifiedBy>Achyutha Venkata Manoj</cp:lastModifiedBy>
  <cp:revision>2</cp:revision>
  <dcterms:created xsi:type="dcterms:W3CDTF">2026-10-09T15:26:19Z</dcterms:created>
  <dcterms:modified xsi:type="dcterms:W3CDTF">2026-10-10T10:03:10Z</dcterms:modified>
</cp:coreProperties>
</file>